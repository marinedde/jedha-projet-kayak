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0"/>
            <a:ext cx="64008" cy="2926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KAYAK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collecte et de gestion de données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complet : APIs → Data Lake S3 → ETL → Data Warehouse 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CDSD — Bloc 1  </a:t>
            </a:r>
            <a:pPr indent="0" marL="0">
              <a:buNone/>
            </a:pPr>
            <a:r>
              <a:rPr lang="en-US" sz="1200" dirty="0">
                <a:solidFill>
                  <a:srgbClr val="D0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Construction et alimentation d'une infrastructure de gestion de données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645920" cy="1097280"/>
          </a:xfrm>
          <a:prstGeom prst="rect">
            <a:avLst/>
          </a:prstGeom>
          <a:solidFill>
            <a:srgbClr val="0D3357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analysées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108960"/>
            <a:ext cx="1645920" cy="1097280"/>
          </a:xfrm>
          <a:prstGeom prst="rect">
            <a:avLst/>
          </a:prstGeom>
          <a:solidFill>
            <a:srgbClr val="0D3357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2 509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collectés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108960"/>
            <a:ext cx="1645920" cy="1097280"/>
          </a:xfrm>
          <a:prstGeom prst="rect">
            <a:avLst/>
          </a:prstGeom>
          <a:solidFill>
            <a:srgbClr val="0D3357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108960"/>
            <a:ext cx="1645920" cy="1097280"/>
          </a:xfrm>
          <a:prstGeom prst="rect">
            <a:avLst/>
          </a:prstGeom>
          <a:solidFill>
            <a:srgbClr val="0D3357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5943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Kayak.com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37160" cy="137160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 de voyages fondé en 2004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137160" cy="137160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04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de Booking Holdings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37160" cy="137160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98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dans presque tous les pays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37160" cy="137160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93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&gt; 300 millions $ / 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07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du projet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93776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 veulent plus d'infos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leur destination avant de réserver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24612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Créer un pipeline de données pour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destinations + hôtels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fonction de la météo réelle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357"/>
          </a:solidFill>
          <a:ln w="12700">
            <a:solidFill>
              <a:srgbClr val="0D3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45920" cy="2560320"/>
          </a:xfrm>
          <a:prstGeom prst="rect">
            <a:avLst/>
          </a:prstGeom>
          <a:solidFill>
            <a:srgbClr val="0D3357"/>
          </a:solidFill>
          <a:ln w="25400">
            <a:solidFill>
              <a:srgbClr val="1B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645920" cy="3200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+ Scraping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3852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1188720"/>
            <a:ext cx="1645920" cy="2560320"/>
          </a:xfrm>
          <a:prstGeom prst="rect">
            <a:avLst/>
          </a:prstGeom>
          <a:solidFill>
            <a:srgbClr val="0D3357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188720"/>
            <a:ext cx="164592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9456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5876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14800" y="1188720"/>
            <a:ext cx="1645920" cy="2560320"/>
          </a:xfrm>
          <a:prstGeom prst="rect">
            <a:avLst/>
          </a:prstGeom>
          <a:solidFill>
            <a:srgbClr val="0D3357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188720"/>
            <a:ext cx="1645920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Python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7900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35040" y="1188720"/>
            <a:ext cx="1645920" cy="2560320"/>
          </a:xfrm>
          <a:prstGeom prst="rect">
            <a:avLst/>
          </a:prstGeom>
          <a:solidFill>
            <a:srgbClr val="0D3357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188720"/>
            <a:ext cx="164592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3504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MySQL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99248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955280" y="1188720"/>
            <a:ext cx="1645920" cy="2560320"/>
          </a:xfrm>
          <a:prstGeom prst="rect">
            <a:avLst/>
          </a:prstGeom>
          <a:solidFill>
            <a:srgbClr val="0D3357"/>
          </a:solidFill>
          <a:ln w="25400">
            <a:solidFill>
              <a:srgbClr val="9B5D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1188720"/>
            <a:ext cx="1645920" cy="3200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955280" y="2194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552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Maps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utilisés 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315968"/>
            <a:ext cx="1600200" cy="365760"/>
          </a:xfrm>
          <a:prstGeom prst="rect">
            <a:avLst/>
          </a:prstGeom>
          <a:solidFill>
            <a:srgbClr val="0D3357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pandas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57400" y="4315968"/>
            <a:ext cx="1600200" cy="365760"/>
          </a:xfrm>
          <a:prstGeom prst="rect">
            <a:avLst/>
          </a:prstGeom>
          <a:solidFill>
            <a:srgbClr val="0D3357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5740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· AWS S3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0" y="4315968"/>
            <a:ext cx="1600200" cy="365760"/>
          </a:xfrm>
          <a:prstGeom prst="rect">
            <a:avLst/>
          </a:prstGeom>
          <a:solidFill>
            <a:srgbClr val="0D3357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pandas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23560" y="4315968"/>
            <a:ext cx="1600200" cy="365760"/>
          </a:xfrm>
          <a:prstGeom prst="rect">
            <a:avLst/>
          </a:prstGeom>
          <a:solidFill>
            <a:srgbClr val="0D3357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· AWS RDS MySQL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06640" y="4315968"/>
            <a:ext cx="1600200" cy="365760"/>
          </a:xfrm>
          <a:prstGeom prst="rect">
            <a:avLst/>
          </a:prstGeom>
          <a:solidFill>
            <a:srgbClr val="0D3357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4315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plotly.express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Collecte des Données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Coordonnées GPS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Nominatim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18872" cy="11887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 de France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118872" cy="11887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+ Longitude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118872" cy="11887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sans clé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118872" cy="11887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req/sec (rate limit)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118872" cy="11887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cities_gps.csv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14300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Météo 7 jours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OpenWeatherMap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(clé gratuite)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35915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min/max/moy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77063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pluie (mm)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18211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 &amp; vent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59359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météo calculé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00507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weather_score.csv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143000"/>
            <a:ext cx="265176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Hôtels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Overpass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35915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4 108 hôtels bruts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77063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2 509 après nettoyage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18211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GPS, étoiles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59359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10km/ville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4005072"/>
            <a:ext cx="118872" cy="1188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hotels_clean.csv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357"/>
          </a:solidFill>
          <a:ln w="12700">
            <a:solidFill>
              <a:srgbClr val="0D3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Lake S3  →  ETL  →  Data Warehouse 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3657600"/>
          </a:xfrm>
          <a:prstGeom prst="rect">
            <a:avLst/>
          </a:prstGeom>
          <a:solidFill>
            <a:srgbClr val="0D3357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5603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Data Lake — 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: kayak-project-marine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: eu-west-3 (Paris)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042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raw/cities_gps.csv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raw/weather_raw.csv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63824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raw/weather_score.csv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raw/hotels_raw.csv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23774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1B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raw/hotels_clean.csv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834640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097280"/>
            <a:ext cx="2194560" cy="3657600"/>
          </a:xfrm>
          <a:prstGeom prst="rect">
            <a:avLst/>
          </a:prstGeom>
          <a:solidFill>
            <a:srgbClr val="0D3357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097280"/>
            <a:ext cx="2194560" cy="4114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115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ETL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1645920"/>
            <a:ext cx="201168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673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S3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2651760"/>
            <a:ext cx="201168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arrondis, types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3657600"/>
            <a:ext cx="201168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950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→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669280" y="3063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Alchemy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1097280"/>
            <a:ext cx="2560320" cy="3657600"/>
          </a:xfrm>
          <a:prstGeom prst="rect">
            <a:avLst/>
          </a:prstGeom>
          <a:solidFill>
            <a:srgbClr val="0D3357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1097280"/>
            <a:ext cx="256032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115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Data Warehouse — 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eu-west-3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 (Free tier)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240280"/>
            <a:ext cx="23774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67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cities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lignes · id, city, lat, lon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3108960"/>
            <a:ext cx="23774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weather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lignes · city_id, avg_temp, score...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3977640"/>
            <a:ext cx="237744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hotels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0" y="4251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2 509 lignes · hotel_id, city_id, name...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 — Visualisations Interactives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5 Destinations Météo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931920" cy="1737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Plotly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(fichier HTML)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447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Marseille — 6.86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Paris — 6.72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Aix-en-Provence — 6.16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70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Cassis — 5.82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544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Avignon — 5.61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Top 20 Hôtels des meilleures destinations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600200"/>
            <a:ext cx="3931920" cy="1737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6916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Plotly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(fichier HTML)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filtrés sur les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meilleures villes météo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Classés par score utilisateur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Colormap : nuances de bleu selon note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315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représentées : Paris · Marseille · Avignon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Compétences validées — Bloc 1 CDSD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417320"/>
          </a:xfrm>
          <a:prstGeom prst="rect">
            <a:avLst/>
          </a:prstGeom>
          <a:solidFill>
            <a:srgbClr val="0D3357"/>
          </a:solidFill>
          <a:ln w="25400">
            <a:solidFill>
              <a:srgbClr val="1B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141732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 de données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S3 + Data Warehouse 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raw / clean / structured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417320"/>
          </a:xfrm>
          <a:prstGeom prst="rect">
            <a:avLst/>
          </a:prstGeom>
          <a:solidFill>
            <a:srgbClr val="0D3357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07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Collecte multi-sources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(Nominatim, OpenWeatherMap,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Overpass) via bibliothèque requests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14800" cy="1417320"/>
          </a:xfrm>
          <a:prstGeom prst="rect">
            <a:avLst/>
          </a:prstGeom>
          <a:solidFill>
            <a:srgbClr val="0D3357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43200"/>
            <a:ext cx="73152" cy="1417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Pipeline ETL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S3 → Transform pandas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Load RDS avec SQLAlchemy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114800" cy="1417320"/>
          </a:xfrm>
          <a:prstGeom prst="rect">
            <a:avLst/>
          </a:prstGeom>
          <a:solidFill>
            <a:srgbClr val="0D3357"/>
          </a:solidFill>
          <a:ln w="25400">
            <a:solidFill>
              <a:srgbClr val="9B5D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743200"/>
            <a:ext cx="73152" cy="1417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52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interactives Plotly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données géospatiales réelles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et fonctionnel  </a:t>
            </a:r>
            <a:pPr algn="ctr" indent="0" marL="0">
              <a:buNone/>
            </a:pPr>
            <a:r>
              <a:rPr lang="en-US" sz="1300" dirty="0">
                <a:solidFill>
                  <a:srgbClr val="D0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Données réelles · AWS Cloud · SQL · Visualisation géospatiale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Kayak - CDSD Bloc 1</dc:title>
  <dc:subject>PptxGenJS Presentation</dc:subject>
  <dc:creator>PptxGenJS</dc:creator>
  <cp:lastModifiedBy>PptxGenJS</cp:lastModifiedBy>
  <cp:revision>1</cp:revision>
  <dcterms:created xsi:type="dcterms:W3CDTF">2026-02-24T00:35:37Z</dcterms:created>
  <dcterms:modified xsi:type="dcterms:W3CDTF">2026-02-24T00:35:37Z</dcterms:modified>
</cp:coreProperties>
</file>